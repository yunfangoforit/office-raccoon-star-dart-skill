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D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OPC · ROADSHOW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0" y="635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DATAWHALE · OFFICE RACCOON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20320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TRIGGER · OPEN SOURCE KNOWLEDGE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2794000"/>
            <a:ext cx="8890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</a:t>
            </a:r>
            <a:endParaRPr lang="en-US" sz="7200" dirty="0"/>
          </a:p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OPC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62000" y="7112000"/>
            <a:ext cx="14732000" cy="0"/>
          </a:xfrm>
          <a:prstGeom prst="straightConnector1">
            <a:avLst/>
          </a:prstGeom>
          <a:noFill/>
          <a:ln w="12700">
            <a:solidFill>
              <a:srgbClr val="1A1A1A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7366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主动触发，现在看懂，未来找回，随时复用。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让你的 GitHub Star 仓库变为你的专属开源项目知识库。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83820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复赛路演 · 2026.07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· 01 /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0" y="635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IS NOT MASTERY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PAIN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越多，复用越少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429000"/>
            <a:ext cx="4572000" cy="254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683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· FORGET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4064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收藏后遗忘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16000" y="463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点 Star 时觉得"以后用得上"，过几周只剩模糊印象，忘记项目亮点和适用范围。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429000"/>
            <a:ext cx="4572000" cy="254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683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·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0" y="4064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反复翻找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6000" y="463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真正需要时只能靠关键词翻找 GitHub Star 列表，项目越多越难命中目标。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3429000"/>
            <a:ext cx="4572000" cy="2540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3683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· REREAD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6000" y="4064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重复理解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176000" y="4635500"/>
            <a:ext cx="406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找到以后还要重新读 README、示例、架构和边界说明。AI 编程时可能绕过已收藏的优秀实现。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112000"/>
            <a:ext cx="14732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62000" y="73660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解决的不是"摘要"问题，而是"收藏如何变成可复用知识资产"的问题。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· 02 /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76000" y="6350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COLLECTION TO ASSET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把"看过"变成"能用"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302000"/>
            <a:ext cx="635000" cy="304800"/>
          </a:xfrm>
          <a:prstGeom prst="rect">
            <a:avLst/>
          </a:prstGeom>
          <a:solidFill>
            <a:srgbClr val="F0EF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3302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4000" y="330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STAR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660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链接堆积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62000" y="4635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收藏动作完成后，知识链路停止在浏览器里。依赖个人记忆，缺少统一分类与标签。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74000" y="3302000"/>
            <a:ext cx="0" cy="317500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382000" y="3302000"/>
            <a:ext cx="635000" cy="3048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3302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330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OPC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2000" y="3810000"/>
            <a:ext cx="711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知识资产化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82000" y="4635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每个新增 Star 都进入"理解、归档、索引、复用"的生产链路。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依赖个人记忆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缺少统一分类与标签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不能直接复用到学习、选题或汇报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2000" y="5588000"/>
            <a:ext cx="711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结构化中文项目档案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飞书知识库与多维表格索引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 看板、周报、PPT 持续沉淀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· 01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0" y="635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LAYERS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三层产品架构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890000" y="1905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负责发现新增 Star 并标准化任务；办公小浣熊负责理解、生成和办公交付；知识库负责长期索引、找回与复用。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457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556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4000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Star-DART Poller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16000" y="4699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Star API、状态快照、定时轮询、dry-run 演示和标准任务 Payload。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3302000"/>
            <a:ext cx="4572000" cy="3810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556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0" y="4000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Raccoon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96000" y="4699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Agent、Star-DART Skill、专家团、research-synthesis，以及飞书文档、多维表格、仪表盘生成。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3302000"/>
            <a:ext cx="457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3556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76000" y="4000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Layer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176000" y="4699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飞书知识库、多维表格、Base 仪表盘、周报和团队技术雷达。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7620000"/>
            <a:ext cx="14732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762000" y="7874000"/>
            <a:ext cx="1143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核心判断：这不是一个单点摘要脚本，而是一套把 GITHUB STAR 转化为个人开源知识库的持续运行系统。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· 02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22000" y="6350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RACCOON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A SINGLE PROMPT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小浣熊不是被调用一次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65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3746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Agent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4254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接收 Star-DART 标准任务，读取仓库材料并保留执行上下文。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42000" y="3175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365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0" y="3746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流程固化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96000" y="4254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把"定位、亮点、架构、快速开始、边界"固化成可复用 Skill。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22000" y="3175000"/>
            <a:ext cx="4572000" cy="1905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3365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6000" y="3746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研究研判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76000" y="4254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结合 README、DeepWiki、Release、Issue 和用户场景做价值判断。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5334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52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6000" y="5905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中文档案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6000" y="6413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生成统一结构的中文项目文档，不是简单翻译。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42000" y="5334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0" y="552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0" y="5905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索引与看板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96000" y="6413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写入多维表格字段，沉淀分类、标签、链接和复用等级。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22000" y="5334000"/>
            <a:ext cx="4572000" cy="1905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7" name="Text 25"/>
          <p:cNvSpPr/>
          <p:nvPr/>
        </p:nvSpPr>
        <p:spPr>
          <a:xfrm>
            <a:off x="11176000" y="552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76000" y="5905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持续发布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176000" y="6413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输出 PPT、周报和技术雷达，把个人知识库转成可分享资产。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· 03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22000" y="6350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REPRODUCIBLE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SURFACE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可部署，可演示，可复用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302000"/>
            <a:ext cx="4318000" cy="3556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556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3937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3h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016000" y="5080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默认轮询周期，POLL_INTERVAL 可调整，适合长期常驻。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88000" y="3302000"/>
            <a:ext cx="4318000" cy="3556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5842000" y="3556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DRY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42000" y="3937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6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842000" y="5080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无 Token 也能演示，新增 Star 被发现后的标准任务。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14000" y="3302000"/>
            <a:ext cx="5080000" cy="3556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3556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68000" y="3937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OK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10668000" y="50800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小浣熊真实执行，生成多格式办公资产。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14000" y="7112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14000" y="7429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GitHub: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YunfanGoForIt/Star-DART-Skill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机制边界：定时轮询和状态快照发现新增收藏。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· 01 /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14000" y="6350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ONE STAR TO SIX ASSETS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MATRIX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一次 Star，进入知识库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4572000" cy="1778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65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DOCX / PDF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3746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项目定位、亮点、架构、快速开始、边界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3175000"/>
            <a:ext cx="4572000" cy="1778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3365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/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3746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仓库名、简介、分类、标签、文档链接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3175000"/>
            <a:ext cx="4572000" cy="1778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0" y="3365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76000" y="3746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收藏趋势、分类分布、推荐动作、复用等级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207000"/>
            <a:ext cx="4572000" cy="1778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397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PPTX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6000" y="5778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开源项目技术雷达与阶段性汇报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5207000"/>
            <a:ext cx="4572000" cy="1778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5397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0" y="5778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每周新增 Star 简报和候选项目推荐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5207000"/>
            <a:ext cx="4572000" cy="1778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0" y="5397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76000" y="5778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飞书知识库 / 本地文件可检索沉淀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736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5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3-5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3302000" y="736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MINUTES HUMAN 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02000" y="7683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原本 20-40 分钟的重复理解，压缩为人工复核、判断与复用。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· 02 /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795000" y="6350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FITS OPC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JUDGING ALIGNMENT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为什么适合 OPC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330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真实高频场景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45085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开发者、学生、AI 工具用户都会 Star 很多项目，却很难持续找回和复用。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175000"/>
            <a:ext cx="330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1" name="Text 9"/>
          <p:cNvSpPr/>
          <p:nvPr/>
        </p:nvSpPr>
        <p:spPr>
          <a:xfrm>
            <a:off x="48260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260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完整办公闭环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26000" y="45085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从发现、研究、生成、索引到知识库沉淀，不停在一次问答。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2000" y="3175000"/>
            <a:ext cx="3302000" cy="3810000"/>
          </a:xfrm>
          <a:prstGeom prst="rect">
            <a:avLst/>
          </a:prstGeom>
          <a:solidFill>
            <a:srgbClr val="D0DE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360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多能力组合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36000" y="4508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Agent、Skill、专家团、文档、表格、看板、PPT、定时任务、知识库。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192000" y="3175000"/>
            <a:ext cx="3302000" cy="3810000"/>
          </a:xfrm>
          <a:prstGeom prst="rect">
            <a:avLst/>
          </a:prstGeom>
          <a:solidFill>
            <a:srgbClr val="E8E7E2"/>
          </a:solidFill>
          <a:ln/>
        </p:spPr>
      </p:sp>
      <p:sp>
        <p:nvSpPr>
          <p:cNvPr id="19" name="Text 17"/>
          <p:cNvSpPr/>
          <p:nvPr/>
        </p:nvSpPr>
        <p:spPr>
          <a:xfrm>
            <a:off x="124460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46000" y="3937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可复制到更多资料源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446000" y="45085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同样方法可迁移到论文库、工具雷达、竞品情报、课程资料和团队选型。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8382000"/>
            <a:ext cx="508000" cy="50800"/>
          </a:xfrm>
          <a:prstGeom prst="rect">
            <a:avLst/>
          </a:prstGeom>
          <a:solidFill>
            <a:srgbClr val="D0DE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D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80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2540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MANIFESTO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现在看懂</a:t>
            </a:r>
            <a:endParaRPr lang="en-US" sz="6400" dirty="0"/>
          </a:p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未来找回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62000" y="6096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让你的 GitHub Star 仓库变为你的专属开源项目知识库。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8382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YUNFANGOFORIT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02000" y="8382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2026.07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solidFill>
            <a:srgbClr val="F0EFEA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0" y="1016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RULES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90000" y="2540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0287000" y="2603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主动触发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287000" y="3048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默认 3 小时定时轮询，发现新增 Star 后交给办公小浣熊处理。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90000" y="4064000"/>
            <a:ext cx="6604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890000" y="457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10287000" y="463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现在看懂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287000" y="5080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生成中文项目档案，记录定位、亮点、架构、快速开始和边界。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90000" y="6096000"/>
            <a:ext cx="6604000" cy="0"/>
          </a:xfrm>
          <a:prstGeom prst="straightConnector1">
            <a:avLst/>
          </a:prstGeom>
          <a:noFill/>
          <a:ln w="12700">
            <a:solidFill>
              <a:srgbClr val="D5D4C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890000" y="6604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10287000" y="6667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未来找回，随时复用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287000" y="7112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写入知识库和多维表格，让收藏可以被搜索、浏览、汇报和再利用。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700000" y="8382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 · STAR-DART OPC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Star-DART OPC 复赛路演</dc:title>
  <dc:subject>Star-DART OPC 复赛路演</dc:subject>
  <dc:creator>Kimi</dc:creator>
  <cp:lastModifiedBy>Kimi</cp:lastModifiedBy>
  <cp:revision>1</cp:revision>
  <dcterms:created xsi:type="dcterms:W3CDTF">2026-07-02T16:06:22Z</dcterms:created>
  <dcterms:modified xsi:type="dcterms:W3CDTF">2026-07-02T16:06:22Z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{"Label":"Star-DART OPC 复赛路演","ContentProducer":"001191110108MACG2KBH8F10000","ProduceID":"19f23937-0842-8919-8000-0000e90d940c","ReservedCode1":"","ContentPropagator":"001191110108MACG2KBH8F20000","PropagateID":"19f2366a-4522-838a-8000-09ea01e3d14e","ReservedCode2":""}</vt:lpwstr>
  </property>
</Properties>
</file>